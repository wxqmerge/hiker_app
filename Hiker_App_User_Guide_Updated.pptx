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Hiker App User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 Hike Banner - User Use Case</a:t>
            </a:r>
          </a:p>
          <a:p>
            <a:r>
              <a:t>Green Banner Quick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What is the Green Banner?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Next Hike Banner appears at the top of every page when you have an upcoming hike scheduled.</a:t>
            </a:r>
          </a:p>
          <a:p/>
          <a:p>
            <a:r>
              <a:t>• Shows your NEXT scheduled hike</a:t>
            </a:r>
          </a:p>
          <a:p>
            <a:r>
              <a:t>• Displays key information at a glance</a:t>
            </a:r>
          </a:p>
          <a:p>
            <a:r>
              <a:t>• Auto-updates based on your schedule</a:t>
            </a:r>
          </a:p>
          <a:p>
            <a:r>
              <a:t>• Designed for phone use - large, readable text</a:t>
            </a:r>
          </a:p>
          <a:p/>
          <a:p>
            <a:r>
              <a:t>Perfect for hikers checking conditions day-of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Banner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TRAIL NAME</a:t>
            </a:r>
          </a:p>
          <a:p>
            <a:r>
              <a:t>Large, clear text showing hike name</a:t>
            </a:r>
          </a:p>
          <a:p/>
          <a:p>
            <a:r>
              <a:t>DATE TILE</a:t>
            </a:r>
          </a:p>
          <a:p>
            <a:r>
              <a:t>Day of week + date (e.g., "Wed 24 Sep")</a:t>
            </a:r>
          </a:p>
          <a:p/>
          <a:p>
            <a:r>
              <a:t>DIFFICULTY &amp; EARLY START</a:t>
            </a:r>
          </a:p>
          <a:p>
            <a:r>
              <a:t>Color-coded difficulty rating</a:t>
            </a:r>
          </a:p>
          <a:p>
            <a:r>
              <a:t>Early start time if applicable</a:t>
            </a:r>
          </a:p>
          <a:p/>
          <a:p>
            <a:r>
              <a:t>WEATHER INFO</a:t>
            </a:r>
          </a:p>
          <a:p>
            <a:r>
              <a:t>Temperature (high/low)</a:t>
            </a:r>
          </a:p>
          <a:p>
            <a:r>
              <a:t>Rain probability</a:t>
            </a:r>
          </a:p>
          <a:p/>
          <a:p>
            <a:r>
              <a:t>TIDE INFO</a:t>
            </a:r>
          </a:p>
          <a:p>
            <a:r>
              <a:t>Low tide time and height (for coastal hikes)</a:t>
            </a:r>
          </a:p>
          <a:p/>
          <a:p>
            <a:r>
              <a:t>TRAIL CONDITIONS</a:t>
            </a:r>
          </a:p>
          <a:p>
            <a:r>
              <a:t>Quick status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A: Phone Hikers Day-of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User: Hikers on phone morning-of hike</a:t>
            </a:r>
          </a:p>
          <a:p>
            <a:r>
              <a:t>Typical users: Older adults, need large readable text</a:t>
            </a:r>
          </a:p>
          <a:p/>
          <a:p>
            <a:r>
              <a:t>What you need to know:</a:t>
            </a:r>
          </a:p>
          <a:p>
            <a:r>
              <a:t>✓ What hike is next</a:t>
            </a:r>
          </a:p>
          <a:p>
            <a:r>
              <a:t>✓ What time to meet</a:t>
            </a:r>
          </a:p>
          <a:p>
            <a:r>
              <a:t>✓ Weather conditions</a:t>
            </a:r>
          </a:p>
          <a:p>
            <a:r>
              <a:t>✓ Tide conditions (if coastal)</a:t>
            </a:r>
          </a:p>
          <a:p>
            <a:r>
              <a:t>✓ Trail difficulty</a:t>
            </a:r>
          </a:p>
          <a:p/>
          <a:p>
            <a:r>
              <a:t>No scrolling needed - all info visible at once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Weather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</a:t>
            </a:r>
          </a:p>
          <a:p>
            <a:r>
              <a:t>• Shows high/low range for the day</a:t>
            </a:r>
          </a:p>
          <a:p>
            <a:r>
              <a:t>• Updated automatically from weather service</a:t>
            </a:r>
          </a:p>
          <a:p>
            <a:r>
              <a:t>• Example: 18°C / 12°C</a:t>
            </a:r>
          </a:p>
          <a:p/>
          <a:p>
            <a:r>
              <a:t>Rain Probability</a:t>
            </a:r>
          </a:p>
          <a:p>
            <a:r>
              <a:t>• % chance of rain</a:t>
            </a:r>
          </a:p>
          <a:p>
            <a:r>
              <a:t>• Helps decide what to bring</a:t>
            </a:r>
          </a:p>
          <a:p>
            <a:r>
              <a:t>• Updated in real-time</a:t>
            </a:r>
          </a:p>
          <a:p/>
          <a:p>
            <a:r>
              <a:t>Note: Weather data is fetched automatically when banner loads.</a:t>
            </a:r>
          </a:p>
          <a:p>
            <a:r>
              <a:t>If no weather data, shows "N/A" - trail may not have coordinates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Tide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coastal hikes with tide stations:</a:t>
            </a:r>
          </a:p>
          <a:p/>
          <a:p>
            <a:r>
              <a:t>Low Tide Time</a:t>
            </a:r>
          </a:p>
          <a:p>
            <a:r>
              <a:t>• Shows exact time of low tide</a:t>
            </a:r>
          </a:p>
          <a:p>
            <a:r>
              <a:t>• Critical for beach access</a:t>
            </a:r>
          </a:p>
          <a:p/>
          <a:p>
            <a:r>
              <a:t>Low Tide Height</a:t>
            </a:r>
          </a:p>
          <a:p>
            <a:r>
              <a:t>• Height in meters/feet</a:t>
            </a:r>
          </a:p>
          <a:p>
            <a:r>
              <a:t>• Shows if beach is accessible</a:t>
            </a:r>
          </a:p>
          <a:p/>
          <a:p>
            <a:r>
              <a:t>Important: Some trails have tide data WITHOUT weather coords.</a:t>
            </a:r>
          </a:p>
          <a:p>
            <a:r>
              <a:t>Banner shows tide even if weather is N/A.</a:t>
            </a:r>
          </a:p>
          <a:p/>
          <a:p>
            <a:r>
              <a:t>Example: Low: 10:42 AM, 0.3m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Difficulty &amp;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Difficulty Rating</a:t>
            </a:r>
          </a:p>
          <a:p>
            <a:r>
              <a:t>• Color-coded (Green/Yellow/Red)</a:t>
            </a:r>
          </a:p>
          <a:p>
            <a:r>
              <a:t>• Consistent with trail database</a:t>
            </a:r>
          </a:p>
          <a:p/>
          <a:p>
            <a:r>
              <a:t>Early Start Time</a:t>
            </a:r>
          </a:p>
          <a:p>
            <a:r>
              <a:t>• Shows if hike starts early</a:t>
            </a:r>
          </a:p>
          <a:p>
            <a:r>
              <a:t>• Example: "Early Start 7:30 AM"</a:t>
            </a:r>
          </a:p>
          <a:p>
            <a:r>
              <a:t>• Important for sunrise hikes</a:t>
            </a:r>
          </a:p>
          <a:p/>
          <a:p>
            <a:r>
              <a:t>Date Information</a:t>
            </a:r>
          </a:p>
          <a:p>
            <a:r>
              <a:t>• Day of week and date</a:t>
            </a:r>
          </a:p>
          <a:p>
            <a:r>
              <a:t>• Next hike only (not entire month)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Does Banner Appear?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Banner shows when:</a:t>
            </a:r>
          </a:p>
          <a:p/>
          <a:p>
            <a:r>
              <a:t>✓ You have a hike scheduled in the future</a:t>
            </a:r>
          </a:p>
          <a:p>
            <a:r>
              <a:t>✓ Schedule is loaded</a:t>
            </a:r>
          </a:p>
          <a:p>
            <a:r>
              <a:t>✓ Next hike is determined</a:t>
            </a:r>
          </a:p>
          <a:p/>
          <a:p>
            <a:r>
              <a:t>Banner hides when:</a:t>
            </a:r>
          </a:p>
          <a:p>
            <a:r>
              <a:t>✗ No upcoming hikes scheduled</a:t>
            </a:r>
          </a:p>
          <a:p>
            <a:r>
              <a:t>✗ Schedule is empty</a:t>
            </a:r>
          </a:p>
          <a:p/>
          <a:p>
            <a:r>
              <a:t>The banner updates automatically:</a:t>
            </a:r>
          </a:p>
          <a:p>
            <a:r>
              <a:t>• When you change schedule</a:t>
            </a:r>
          </a:p>
          <a:p>
            <a:r>
              <a:t>• When page loads</a:t>
            </a:r>
          </a:p>
          <a:p>
            <a:r>
              <a:t>• When weather data refreshes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phone use:</a:t>
            </a:r>
          </a:p>
          <a:p/>
          <a:p>
            <a:r>
              <a:t>✓ Large text for older adults</a:t>
            </a:r>
          </a:p>
          <a:p>
            <a:r>
              <a:t>✓ Single screen view - no scrolling</a:t>
            </a:r>
          </a:p>
          <a:p>
            <a:r>
              <a:t>✓ Touch-friendly layout</a:t>
            </a:r>
          </a:p>
          <a:p>
            <a:r>
              <a:t>✓ Responsive design</a:t>
            </a:r>
          </a:p>
          <a:p>
            <a:r>
              <a:t>✓ High contrast green background</a:t>
            </a:r>
          </a:p>
          <a:p>
            <a:r>
              <a:t>✓ Clear typography</a:t>
            </a:r>
          </a:p>
          <a:p/>
          <a:p>
            <a:r>
              <a:t>Viewport optimized:</a:t>
            </a:r>
          </a:p>
          <a:p>
            <a:r>
              <a:t>• Initial scale: 0.9 for better fit</a:t>
            </a:r>
          </a:p>
          <a:p>
            <a:r>
              <a:t>• Banner width adapts to screen</a:t>
            </a:r>
          </a:p>
          <a:p>
            <a:r>
              <a:t>• Information prioritized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Hikers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Hike:</a:t>
            </a:r>
          </a:p>
          <a:p>
            <a:r>
              <a:t>1. Check banner morning-of for weather</a:t>
            </a:r>
          </a:p>
          <a:p>
            <a:r>
              <a:t>2. Note tide times for coastal hikes</a:t>
            </a:r>
          </a:p>
          <a:p>
            <a:r>
              <a:t>3. Confirm early start time</a:t>
            </a:r>
          </a:p>
          <a:p>
            <a:r>
              <a:t>4. Pack accordingly</a:t>
            </a:r>
          </a:p>
          <a:p/>
          <a:p>
            <a:r>
              <a:t>If banner shows N/A:</a:t>
            </a:r>
          </a:p>
          <a:p>
            <a:r>
              <a:t>• Weather data may be unavailable</a:t>
            </a:r>
          </a:p>
          <a:p>
            <a:r>
              <a:t>• Check trail has coordinates in database</a:t>
            </a:r>
          </a:p>
          <a:p>
            <a:r>
              <a:t>• Contact admin if persistent</a:t>
            </a:r>
          </a:p>
          <a:p/>
          <a:p>
            <a:r>
              <a:t>Banner updates automatically - refresh page if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New: Hike Duration from GPX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Duration automatically extracted from GPX track points</a:t>
            </a:r>
          </a:p>
          <a:p>
            <a:r>
              <a:t>• First &lt;time&gt; to last &lt;time&gt; in track</a:t>
            </a:r>
          </a:p>
          <a:p>
            <a:r>
              <a:t>• Shows as "2h 15m" in TrailStats</a:t>
            </a:r>
          </a:p>
          <a:p>
            <a:r>
              <a:t>• Auto-computed on server load and GPX upload</a:t>
            </a:r>
          </a:p>
          <a:p>
            <a:r>
              <a:t>• Editable in Trail Detail page</a:t>
            </a:r>
          </a:p>
          <a:p>
            <a:r>
              <a:t>• Only displays when GPX file exists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New: Estimated Completion Time (ETC)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ETC = 8:30am start + hike duration + 2× travel time</a:t>
            </a:r>
          </a:p>
          <a:p>
            <a:r>
              <a:t>• Early start subtracts 30 min: 8:00am base</a:t>
            </a:r>
          </a:p>
          <a:p>
            <a:r>
              <a:t>• Shown in Next Hike Banner info line</a:t>
            </a:r>
          </a:p>
          <a:p>
            <a:r>
              <a:t>• Shown on every TrailCard in calendar</a:t>
            </a:r>
          </a:p>
          <a:p>
            <a:r>
              <a:t>• Format: "ETC 14:23"</a:t>
            </a:r>
          </a:p>
          <a:p>
            <a:r>
              <a:t>• Only shows when duration and range exist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Updated: Stats Order by Data Likelihood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order for maximum data coverage:</a:t>
            </a:r>
          </a:p>
          <a:p>
            <a:r>
              <a:t>1. Hike Distance (most common)</a:t>
            </a:r>
          </a:p>
          <a:p>
            <a:r>
              <a:t>2. Elevation (most common)</a:t>
            </a:r>
          </a:p>
          <a:p>
            <a:r>
              <a:t>3. Parking / Pass (common)</a:t>
            </a:r>
          </a:p>
          <a:p>
            <a:r>
              <a:t>4. Ride Distance/Cost (common)</a:t>
            </a:r>
          </a:p>
          <a:p>
            <a:r>
              <a:t>5. Hike Duration (new, GPX-dependent)</a:t>
            </a:r>
          </a:p>
          <a:p>
            <a:r>
              <a:t>6. ETC (new, requires duration)</a:t>
            </a:r>
          </a:p>
          <a:p/>
          <a:p>
            <a:r>
              <a:t>Previously: distance → elevation → parking → ride → duration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Updated: TrailCard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Calendar page changes:</a:t>
            </a:r>
          </a:p>
          <a:p>
            <a:r>
              <a:t>• ETC shown for each trail card</a:t>
            </a:r>
          </a:p>
          <a:p>
            <a:r>
              <a:t>• Early start adjusts ETC calculation</a:t>
            </a:r>
          </a:p>
          <a:p>
            <a:r>
              <a:t>• Numbers scrollable (overflow-x-auto)</a:t>
            </a:r>
          </a:p>
          <a:p>
            <a:r>
              <a:t>• View-only mode: no drag/move</a:t>
            </a:r>
          </a:p>
          <a:p>
            <a:r>
              <a:t>• Early start indicator ⏰ still shows</a:t>
            </a:r>
          </a:p>
          <a:p/>
          <a:p>
            <a:r>
              <a:t>Banner changes:</a:t>
            </a:r>
          </a:p>
          <a:p>
            <a:r>
              <a:t>• ETC in info line with duration</a:t>
            </a:r>
          </a:p>
          <a:p>
            <a:r>
              <a:t>• Duration extracted from GPX</a:t>
            </a:r>
          </a:p>
          <a:p>
            <a:r>
              <a:t>• Early start adjusts start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as a Mobile App (PWA)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Why Install?</a:t>
            </a:r>
          </a:p>
          <a:p>
            <a:pPr lvl="1">
              <a:defRPr sz="1600"/>
            </a:pPr>
            <a:r>
              <a:t>Works like a native app - no app store needed</a:t>
            </a:r>
          </a:p>
          <a:p>
            <a:pPr lvl="1">
              <a:defRPr sz="1600"/>
            </a:pPr>
            <a:r>
              <a:t>Fast loading, even with slow connections</a:t>
            </a:r>
          </a:p>
          <a:p>
            <a:pPr lvl="1">
              <a:defRPr sz="1600"/>
            </a:pPr>
            <a:r>
              <a:t>Shows your app name and icon on the home screen</a:t>
            </a:r>
          </a:p>
          <a:p>
            <a:pPr>
              <a:defRPr b="1" sz="1800"/>
            </a:pPr>
            <a:r>
              <a:t>How to Install:</a:t>
            </a:r>
          </a:p>
          <a:p>
            <a:pPr lvl="1">
              <a:defRPr sz="1600"/>
            </a:pPr>
            <a:r>
              <a:t>Windows/Android: Open the site in Chrome or Brave, tap the install icon in the address bar</a:t>
            </a:r>
          </a:p>
          <a:p>
            <a:pPr lvl="1">
              <a:defRPr sz="1600"/>
            </a:pPr>
            <a:r>
              <a:t>iPhone (Safari): Tap the Share button, then Add to Home Screen</a:t>
            </a:r>
          </a:p>
          <a:p>
            <a:pPr lvl="1">
              <a:defRPr sz="1600"/>
            </a:pPr>
            <a:r>
              <a:t>After installing, open it from your home screen like any other app</a:t>
            </a:r>
          </a:p>
          <a:p>
            <a:pPr>
              <a:defRPr b="1" sz="1800"/>
            </a:pPr>
            <a:r>
              <a:t>Troubleshooting:</a:t>
            </a:r>
          </a:p>
          <a:p>
            <a:pPr lvl="1">
              <a:defRPr sz="1600"/>
            </a:pPr>
            <a:r>
              <a:t>If the name or icon looks wrong, uninstall the old version first</a:t>
            </a:r>
          </a:p>
          <a:p>
            <a:pPr lvl="1">
              <a:defRPr sz="1600"/>
            </a:pPr>
            <a:r>
              <a:t>Clear your browser cache if the install prompt does not appear</a:t>
            </a:r>
          </a:p>
          <a:p>
            <a:pPr lvl="1">
              <a:defRPr sz="1600"/>
            </a:pPr>
            <a:r>
              <a:t>Make sure you are on the correct URL (e.g. chess4.us/sothh-app/)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